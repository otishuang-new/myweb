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EE7272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32C4-7B0F-5F91-FAD9-483FD29C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AE7E1-B9D2-7005-9F13-A3E4B441B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0177-FC10-522F-50F5-0BB8AF93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580A8-5CFA-8208-34C3-D01206CD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88013-0122-61BC-AFDA-5342A63A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6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C9BD-CE65-7710-17C3-557F7153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7EFFB-B1E4-F128-1A6C-806079CAA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BB3D-B1BD-3311-D41A-0C7A568D9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E17A1-F4EF-E445-1635-0F40A6A2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FF40-9896-25C1-3953-374C4A54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3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C913-7B9A-4E8B-6AA0-071D07188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9D42-AA00-7746-DF36-606D6B5B6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346D3-043F-B88A-6A79-DEFC8619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F8F0-22E5-B5C2-8B93-F031D497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2A5A-6143-B6E9-4CCF-67D96C97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247B-8CD7-6E1C-08BD-AEEE252F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EDEBF-17E2-71C9-2826-9D3FFAA33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8FE81-7F26-625F-BB9C-7FE96CE67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2A03B-BEDA-0FF0-4A2B-ECB3DFD5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D36A2-DE10-104A-BE49-1169913B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B6A1F-CB50-BBFD-AA14-080CFE68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A9D7-EDF5-679E-0576-FCCE0B85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216FE-48D9-B8C7-242E-4B21619D6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658E4-B4D5-136F-3558-DABE676E6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5A77A-9A1B-40AC-A582-C6D4F4A27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9D4E8-92D8-FEFF-5BAD-6878C5870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BB1F3-1897-EFB0-6C3B-E2BB0798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4AD99-D719-378B-C1BB-851FDB8C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1E701-E5C0-ADCF-FBC9-F231C785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0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8BED-2385-103C-31AF-FC029F8E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F0A77-554C-333E-4ACC-E1A4C3F9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8C67C-A472-7EF7-C2AE-5CBE24AD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6AA81-083B-3D9B-7DA4-D59BBF1B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1FA1F-0A2D-F7F2-4701-F9DB3A6B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30991-7F7B-8326-C299-A0D89427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8A1FE-4DB0-07D0-5174-1EB0777D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49CE-6BD4-2A38-5CE1-AC5DBBE0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781CC-B4F7-2217-A30C-3F7A3AE5E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85C77-D2BC-8A19-C916-A3AF3AAFB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104CB-EC2F-BB8F-F65C-95553E72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6D11F-2C0D-FD17-58D3-99B2715F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56F41-050D-8AAC-F39F-4DE3CFC3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0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D9CD-7D79-9C7B-CC12-A5B431EC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9D6CC-A08B-E8C1-7539-9597F507F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6662A-A96A-BBF0-7A79-5AF5328AE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39BE0-6E5D-6134-5F54-943E38FD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72480-069B-387E-F829-8DE39752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9DE71-0BDF-E95E-0588-0599C525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6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EFCD-8850-0C01-BF69-EE17885D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0D849-3659-7A09-C616-5853D9550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4751A-8B0F-9CCD-B570-75B9103D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C47D5-EC4B-DF77-F8B5-8DAFF86B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F493-0139-FC17-D1C3-3CD60E76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0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AA3D0-84CE-CB06-4957-B9B25926D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092C4-D4BC-F30E-B890-71C292C85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71CB-5035-5405-9CF9-61585890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59336-3A06-8E12-503D-C512C012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90E3E-C652-2CC9-FAEF-1D4AF288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6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B195D-9672-310B-4104-61A9AFBD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5033B-D161-F0FA-F044-60025F728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E5A1-D36A-D0FA-C22A-D0AA822AF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1B815-A192-46C3-BE38-696E09F702E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13B9E-A2B8-FDD6-D22C-D714C51DF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4083E-238D-772D-F90B-98EE33C5C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0C0B3-8098-4D35-9932-CF934992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2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3164CBE4-3A04-BF95-991C-63DD01A59445}"/>
              </a:ext>
            </a:extLst>
          </p:cNvPr>
          <p:cNvGrpSpPr/>
          <p:nvPr/>
        </p:nvGrpSpPr>
        <p:grpSpPr>
          <a:xfrm>
            <a:off x="2917370" y="740228"/>
            <a:ext cx="5254174" cy="4949372"/>
            <a:chOff x="2917370" y="740228"/>
            <a:chExt cx="5254174" cy="494937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3A40AF1-6A9A-C25B-D96E-9658D2292DE4}"/>
                </a:ext>
              </a:extLst>
            </p:cNvPr>
            <p:cNvGrpSpPr/>
            <p:nvPr/>
          </p:nvGrpSpPr>
          <p:grpSpPr>
            <a:xfrm>
              <a:off x="2917370" y="740228"/>
              <a:ext cx="5254174" cy="4949372"/>
              <a:chOff x="2917370" y="740228"/>
              <a:chExt cx="5254174" cy="494937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15D4306-C792-1D58-3295-108CF4EA4F7C}"/>
                  </a:ext>
                </a:extLst>
              </p:cNvPr>
              <p:cNvSpPr/>
              <p:nvPr/>
            </p:nvSpPr>
            <p:spPr>
              <a:xfrm>
                <a:off x="2917372" y="740228"/>
                <a:ext cx="5254172" cy="4949372"/>
              </a:xfrm>
              <a:prstGeom prst="roundRect">
                <a:avLst>
                  <a:gd name="adj" fmla="val 18249"/>
                </a:avLst>
              </a:prstGeom>
              <a:solidFill>
                <a:srgbClr val="FBFBF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3D1C2B3-7702-843E-AC76-664E3BA33463}"/>
                  </a:ext>
                </a:extLst>
              </p:cNvPr>
              <p:cNvSpPr/>
              <p:nvPr/>
            </p:nvSpPr>
            <p:spPr>
              <a:xfrm>
                <a:off x="2917370" y="740228"/>
                <a:ext cx="5254172" cy="1172028"/>
              </a:xfrm>
              <a:custGeom>
                <a:avLst/>
                <a:gdLst>
                  <a:gd name="connsiteX0" fmla="*/ 836993 w 4963886"/>
                  <a:gd name="connsiteY0" fmla="*/ 0 h 1172028"/>
                  <a:gd name="connsiteX1" fmla="*/ 4126894 w 4963886"/>
                  <a:gd name="connsiteY1" fmla="*/ 0 h 1172028"/>
                  <a:gd name="connsiteX2" fmla="*/ 4959566 w 4963886"/>
                  <a:gd name="connsiteY2" fmla="*/ 751416 h 1172028"/>
                  <a:gd name="connsiteX3" fmla="*/ 4963886 w 4963886"/>
                  <a:gd name="connsiteY3" fmla="*/ 836973 h 1172028"/>
                  <a:gd name="connsiteX4" fmla="*/ 4963886 w 4963886"/>
                  <a:gd name="connsiteY4" fmla="*/ 1172028 h 1172028"/>
                  <a:gd name="connsiteX5" fmla="*/ 0 w 4963886"/>
                  <a:gd name="connsiteY5" fmla="*/ 1172028 h 1172028"/>
                  <a:gd name="connsiteX6" fmla="*/ 0 w 4963886"/>
                  <a:gd name="connsiteY6" fmla="*/ 836993 h 1172028"/>
                  <a:gd name="connsiteX7" fmla="*/ 836993 w 4963886"/>
                  <a:gd name="connsiteY7" fmla="*/ 0 h 117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63886" h="1172028">
                    <a:moveTo>
                      <a:pt x="836993" y="0"/>
                    </a:moveTo>
                    <a:lnTo>
                      <a:pt x="4126894" y="0"/>
                    </a:lnTo>
                    <a:cubicBezTo>
                      <a:pt x="4560261" y="0"/>
                      <a:pt x="4916703" y="329357"/>
                      <a:pt x="4959566" y="751416"/>
                    </a:cubicBezTo>
                    <a:lnTo>
                      <a:pt x="4963886" y="836973"/>
                    </a:lnTo>
                    <a:lnTo>
                      <a:pt x="4963886" y="1172028"/>
                    </a:lnTo>
                    <a:lnTo>
                      <a:pt x="0" y="1172028"/>
                    </a:lnTo>
                    <a:lnTo>
                      <a:pt x="0" y="836993"/>
                    </a:lnTo>
                    <a:cubicBezTo>
                      <a:pt x="0" y="374735"/>
                      <a:pt x="374735" y="0"/>
                      <a:pt x="836993" y="0"/>
                    </a:cubicBezTo>
                    <a:close/>
                  </a:path>
                </a:pathLst>
              </a:custGeom>
              <a:solidFill>
                <a:srgbClr val="EE727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1E8DB68-8947-BD1F-B0F5-16FD0669E5A7}"/>
                </a:ext>
              </a:extLst>
            </p:cNvPr>
            <p:cNvGrpSpPr/>
            <p:nvPr/>
          </p:nvGrpSpPr>
          <p:grpSpPr>
            <a:xfrm>
              <a:off x="3367312" y="2222499"/>
              <a:ext cx="4354290" cy="3156858"/>
              <a:chOff x="3345540" y="2124528"/>
              <a:chExt cx="4354290" cy="3156858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DDB9E3D-4980-9C79-99F8-410AA735C647}"/>
                  </a:ext>
                </a:extLst>
              </p:cNvPr>
              <p:cNvSpPr/>
              <p:nvPr/>
            </p:nvSpPr>
            <p:spPr>
              <a:xfrm>
                <a:off x="3345540" y="2124528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DBE6FF1-2DD3-B2ED-FA33-40B2C5B6C16D}"/>
                  </a:ext>
                </a:extLst>
              </p:cNvPr>
              <p:cNvSpPr/>
              <p:nvPr/>
            </p:nvSpPr>
            <p:spPr>
              <a:xfrm>
                <a:off x="4492170" y="2124528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9DEEA4F-7FAC-5C08-928B-B4C886B7946D}"/>
                  </a:ext>
                </a:extLst>
              </p:cNvPr>
              <p:cNvSpPr/>
              <p:nvPr/>
            </p:nvSpPr>
            <p:spPr>
              <a:xfrm>
                <a:off x="5638800" y="2124528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03959446-15B3-649C-C64C-C3D7CDD5F61F}"/>
                  </a:ext>
                </a:extLst>
              </p:cNvPr>
              <p:cNvSpPr/>
              <p:nvPr/>
            </p:nvSpPr>
            <p:spPr>
              <a:xfrm>
                <a:off x="6785430" y="2124528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B899F5C-EA08-FF65-A003-D7ED7669B075}"/>
                  </a:ext>
                </a:extLst>
              </p:cNvPr>
              <p:cNvSpPr/>
              <p:nvPr/>
            </p:nvSpPr>
            <p:spPr>
              <a:xfrm>
                <a:off x="3345540" y="3245757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817B920-D51F-D514-428B-C847DDECE880}"/>
                  </a:ext>
                </a:extLst>
              </p:cNvPr>
              <p:cNvSpPr/>
              <p:nvPr/>
            </p:nvSpPr>
            <p:spPr>
              <a:xfrm>
                <a:off x="4492170" y="3245757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0FB2946-01E5-C8AD-D661-0154B7DB4922}"/>
                  </a:ext>
                </a:extLst>
              </p:cNvPr>
              <p:cNvSpPr/>
              <p:nvPr/>
            </p:nvSpPr>
            <p:spPr>
              <a:xfrm>
                <a:off x="5638800" y="3245757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0377373-52DE-24E9-A809-E19B17A81A0F}"/>
                  </a:ext>
                </a:extLst>
              </p:cNvPr>
              <p:cNvSpPr/>
              <p:nvPr/>
            </p:nvSpPr>
            <p:spPr>
              <a:xfrm>
                <a:off x="6785430" y="3245757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2F9D03A9-04A4-87CA-17F4-2F0116203D4A}"/>
                  </a:ext>
                </a:extLst>
              </p:cNvPr>
              <p:cNvSpPr/>
              <p:nvPr/>
            </p:nvSpPr>
            <p:spPr>
              <a:xfrm>
                <a:off x="3345540" y="4366986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E8F4B58-0772-983F-EF03-39376AEC620A}"/>
                  </a:ext>
                </a:extLst>
              </p:cNvPr>
              <p:cNvSpPr/>
              <p:nvPr/>
            </p:nvSpPr>
            <p:spPr>
              <a:xfrm>
                <a:off x="4492170" y="4366986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E7ECDFD-8176-3DDC-CFD7-B7502B139755}"/>
                  </a:ext>
                </a:extLst>
              </p:cNvPr>
              <p:cNvSpPr/>
              <p:nvPr/>
            </p:nvSpPr>
            <p:spPr>
              <a:xfrm>
                <a:off x="5638800" y="4366986"/>
                <a:ext cx="914400" cy="9144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4380A80-94FA-3C7D-D738-E1383782361E}"/>
                </a:ext>
              </a:extLst>
            </p:cNvPr>
            <p:cNvSpPr/>
            <p:nvPr/>
          </p:nvSpPr>
          <p:spPr>
            <a:xfrm>
              <a:off x="3886199" y="905328"/>
              <a:ext cx="420914" cy="420914"/>
            </a:xfrm>
            <a:prstGeom prst="ellipse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115CEE4-50F5-9008-A4A0-2034637F6DE8}"/>
                </a:ext>
              </a:extLst>
            </p:cNvPr>
            <p:cNvSpPr/>
            <p:nvPr/>
          </p:nvSpPr>
          <p:spPr>
            <a:xfrm>
              <a:off x="4611915" y="905328"/>
              <a:ext cx="420914" cy="420914"/>
            </a:xfrm>
            <a:prstGeom prst="ellipse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780052A-1888-0BED-B4A8-5924A3BD3A08}"/>
                </a:ext>
              </a:extLst>
            </p:cNvPr>
            <p:cNvSpPr/>
            <p:nvPr/>
          </p:nvSpPr>
          <p:spPr>
            <a:xfrm>
              <a:off x="5337631" y="905328"/>
              <a:ext cx="420914" cy="420914"/>
            </a:xfrm>
            <a:prstGeom prst="ellipse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84AF7EF-71E6-74F7-2CDC-1006A69D38D4}"/>
                </a:ext>
              </a:extLst>
            </p:cNvPr>
            <p:cNvSpPr/>
            <p:nvPr/>
          </p:nvSpPr>
          <p:spPr>
            <a:xfrm>
              <a:off x="6059715" y="905328"/>
              <a:ext cx="420914" cy="420914"/>
            </a:xfrm>
            <a:prstGeom prst="ellipse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2127F11-7988-71D8-E61B-D62AA3C43298}"/>
                </a:ext>
              </a:extLst>
            </p:cNvPr>
            <p:cNvSpPr/>
            <p:nvPr/>
          </p:nvSpPr>
          <p:spPr>
            <a:xfrm>
              <a:off x="6781799" y="905328"/>
              <a:ext cx="420914" cy="420914"/>
            </a:xfrm>
            <a:prstGeom prst="ellipse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4B091C5B-068B-2098-8C0F-3E8906E30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69" y="198412"/>
            <a:ext cx="5261304" cy="49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Khoi Hoang</dc:creator>
  <cp:lastModifiedBy>Khoi Hoang</cp:lastModifiedBy>
  <cp:revision>1</cp:revision>
  <dcterms:created xsi:type="dcterms:W3CDTF">2025-12-29T02:04:13Z</dcterms:created>
  <dcterms:modified xsi:type="dcterms:W3CDTF">2025-12-29T02:06:30Z</dcterms:modified>
</cp:coreProperties>
</file>